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1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2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3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9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2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7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5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9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4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0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9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5E82C-ED57-7CA1-9C16-CE05FA67B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846" y="978407"/>
            <a:ext cx="4637305" cy="4282391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MX" sz="4200" dirty="0"/>
              <a:t>Análisis data</a:t>
            </a:r>
            <a:br>
              <a:rPr lang="es-MX" sz="4200" dirty="0"/>
            </a:br>
            <a:br>
              <a:rPr lang="es-MX" sz="4200" dirty="0"/>
            </a:br>
            <a:r>
              <a:rPr lang="es-MX" sz="4200" dirty="0"/>
              <a:t>NYC &amp; limousine </a:t>
            </a:r>
            <a:r>
              <a:rPr lang="es-MX" sz="4200" dirty="0" err="1"/>
              <a:t>commission</a:t>
            </a:r>
            <a:r>
              <a:rPr lang="es-MX" sz="4200" dirty="0"/>
              <a:t> </a:t>
            </a:r>
            <a:br>
              <a:rPr lang="es-MX" sz="4200" dirty="0"/>
            </a:br>
            <a:br>
              <a:rPr lang="es-MX" sz="4200" dirty="0"/>
            </a:br>
            <a:r>
              <a:rPr lang="es-MX" sz="4200" dirty="0"/>
              <a:t>Yellow &amp; Green Taxis</a:t>
            </a:r>
            <a:br>
              <a:rPr lang="es-MX" sz="4200" dirty="0"/>
            </a:br>
            <a:endParaRPr lang="es-MX" sz="4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36C537-1473-2869-1845-E678D8FB5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4344" y="4469641"/>
            <a:ext cx="4358503" cy="1376976"/>
          </a:xfrm>
        </p:spPr>
        <p:txBody>
          <a:bodyPr anchor="b">
            <a:normAutofit/>
          </a:bodyPr>
          <a:lstStyle/>
          <a:p>
            <a:r>
              <a:rPr lang="es-MX" dirty="0"/>
              <a:t>Proyecto Integrador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6A9CD-A6F0-F13C-0A0E-67AE52A48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7" r="-2" b="-2"/>
          <a:stretch>
            <a:fillRect/>
          </a:stretch>
        </p:blipFill>
        <p:spPr>
          <a:xfrm>
            <a:off x="535521" y="508090"/>
            <a:ext cx="6323740" cy="5745379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7912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5944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974E3-1E70-12FC-DDB5-AE5077F0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Diagrama de arquitectura pipeline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F749E9-7202-5F13-0624-DEB12D3A8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532" y="1801983"/>
            <a:ext cx="8123360" cy="447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4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3D20DC-7D10-2B22-92E6-92195B09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479" y="846975"/>
            <a:ext cx="9877041" cy="83588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dirty="0"/>
              <a:t>Extracción Data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1E408-DE70-EB1A-55C7-54A48B19D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497" y="1669356"/>
            <a:ext cx="10343206" cy="8352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Lambda extrae los parquets por año y los almacena en S3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0B946FF-6DDE-6D1D-AB2C-CEC5B601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Gráfico 8" descr="Ordenador con relleno sólido">
            <a:extLst>
              <a:ext uri="{FF2B5EF4-FFF2-40B4-BE49-F238E27FC236}">
                <a16:creationId xmlns:a16="http://schemas.microsoft.com/office/drawing/2014/main" id="{7D700CF5-73E7-ACB8-F0DD-7090CCD48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0497" y="3703320"/>
            <a:ext cx="2642616" cy="26426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90CDB9-69E1-DFF7-3445-92F43EF34D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2" r="10891" b="-1"/>
          <a:stretch>
            <a:fillRect/>
          </a:stretch>
        </p:blipFill>
        <p:spPr>
          <a:xfrm>
            <a:off x="4178503" y="2354904"/>
            <a:ext cx="3927194" cy="38550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C6366E-AF6E-9972-5FA5-FA215D05AB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971"/>
          <a:stretch>
            <a:fillRect/>
          </a:stretch>
        </p:blipFill>
        <p:spPr>
          <a:xfrm>
            <a:off x="8473214" y="3340390"/>
            <a:ext cx="3098292" cy="2545854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AD53F5-269B-6526-3117-101FF5EA54F3}"/>
              </a:ext>
            </a:extLst>
          </p:cNvPr>
          <p:cNvCxnSpPr/>
          <p:nvPr/>
        </p:nvCxnSpPr>
        <p:spPr>
          <a:xfrm flipH="1">
            <a:off x="3223846" y="3001108"/>
            <a:ext cx="1359877" cy="1281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3976569-AC2F-D214-F339-3B61D8594EF1}"/>
              </a:ext>
            </a:extLst>
          </p:cNvPr>
          <p:cNvCxnSpPr/>
          <p:nvPr/>
        </p:nvCxnSpPr>
        <p:spPr>
          <a:xfrm>
            <a:off x="6799385" y="5240215"/>
            <a:ext cx="2192215" cy="35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5D63AD4-DD31-25A9-FBE2-88647EE7DAA8}"/>
              </a:ext>
            </a:extLst>
          </p:cNvPr>
          <p:cNvSpPr/>
          <p:nvPr/>
        </p:nvSpPr>
        <p:spPr>
          <a:xfrm>
            <a:off x="5240215" y="4574187"/>
            <a:ext cx="1043354" cy="1696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33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642BCC-B1CF-482A-3DA6-E11EB8FA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984" y="978407"/>
            <a:ext cx="5357447" cy="3137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Limpieza y transformación de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539D77-8172-3D25-2B14-DC112DDE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" b="-1"/>
          <a:stretch>
            <a:fillRect/>
          </a:stretch>
        </p:blipFill>
        <p:spPr>
          <a:xfrm>
            <a:off x="217738" y="463458"/>
            <a:ext cx="6323740" cy="574537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7912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5944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5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15B28-B7A1-240D-808E-7EAC3099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033A1-053C-81FC-5AAE-71EFF8B9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1045914"/>
            <a:ext cx="4663732" cy="3033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Limpieza y transformación de 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14A2B9-AE94-3ABB-6803-0CE64A60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3" r="6365"/>
          <a:stretch>
            <a:fillRect/>
          </a:stretch>
        </p:blipFill>
        <p:spPr>
          <a:xfrm>
            <a:off x="5293730" y="955623"/>
            <a:ext cx="6377353" cy="495604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5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445F5-8E88-A110-9D0D-7B42651C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175308-9CFF-C634-43A4-6E210A9A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289381"/>
            <a:ext cx="7263804" cy="100820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Limpieza y transformación de data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593AF4-FC6D-8BC9-5DF1-60E5496B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4" b="2977"/>
          <a:stretch>
            <a:fillRect/>
          </a:stretch>
        </p:blipFill>
        <p:spPr>
          <a:xfrm>
            <a:off x="517868" y="657369"/>
            <a:ext cx="11153216" cy="443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6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C044F-8045-E78C-3785-AD492D06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78FDA4-3067-E4DE-3250-7D8873FC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380757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err="1"/>
              <a:t>Limpieza</a:t>
            </a:r>
            <a:r>
              <a:rPr lang="en-US" sz="3400" dirty="0"/>
              <a:t> y </a:t>
            </a:r>
            <a:r>
              <a:rPr lang="en-US" sz="3400" dirty="0" err="1"/>
              <a:t>transformación</a:t>
            </a:r>
            <a:r>
              <a:rPr lang="en-US" sz="3400" dirty="0"/>
              <a:t> de data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6D8F60-2A48-C9F4-DA68-FF563B0F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98" y="970929"/>
            <a:ext cx="3420383" cy="40962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2F9121F-AC6F-9863-3864-5EDD95ACD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117" y="970929"/>
            <a:ext cx="3799288" cy="4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1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5BA60-98A6-2165-637F-0D483692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4B8ADC-4080-4B9B-FF33-890D38AB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>
                <a:solidFill>
                  <a:schemeClr val="tx2"/>
                </a:solidFill>
              </a:rPr>
              <a:t>Limpieza y transformación de 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AE458F-E26B-A24D-3351-939EC512B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366" y="1098156"/>
            <a:ext cx="7438426" cy="4760591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20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07B95-8ABD-7CA9-02A6-7ACC8F50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1FB20A-2E2B-050F-B31E-215E405BC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Limpieza y transformación de data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2D3E49-7834-8035-653E-263B86C31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95" y="1122909"/>
            <a:ext cx="7333488" cy="4711766"/>
          </a:xfrm>
          <a:prstGeom prst="rect">
            <a:avLst/>
          </a:prstGeom>
        </p:spPr>
      </p:pic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1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87756-4415-7869-2F56-EFBF184A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32" y="880701"/>
            <a:ext cx="8224908" cy="1056559"/>
          </a:xfrm>
        </p:spPr>
        <p:txBody>
          <a:bodyPr/>
          <a:lstStyle/>
          <a:p>
            <a:r>
              <a:rPr lang="es-MX" dirty="0"/>
              <a:t>Unión </a:t>
            </a:r>
            <a:r>
              <a:rPr lang="es-MX" dirty="0" err="1"/>
              <a:t>dataFrames</a:t>
            </a:r>
            <a:r>
              <a:rPr lang="es-MX" dirty="0"/>
              <a:t> y guardado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31516C-A63F-9E4F-D0CB-561E48CB6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42320" b="-13183"/>
          <a:stretch>
            <a:fillRect/>
          </a:stretch>
        </p:blipFill>
        <p:spPr>
          <a:xfrm>
            <a:off x="1130179" y="1720507"/>
            <a:ext cx="6244355" cy="6216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E544C80-E55C-8F7C-4E7B-441BAD4C00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28"/>
          <a:stretch>
            <a:fillRect/>
          </a:stretch>
        </p:blipFill>
        <p:spPr>
          <a:xfrm>
            <a:off x="1634003" y="2342138"/>
            <a:ext cx="3140740" cy="386714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DE8AB64-DEE5-C9F5-9286-981C129C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703"/>
          <a:stretch>
            <a:fillRect/>
          </a:stretch>
        </p:blipFill>
        <p:spPr>
          <a:xfrm>
            <a:off x="6278880" y="2440336"/>
            <a:ext cx="3931920" cy="37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3B8E2C-C476-5788-6FFC-AE0A063C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9"/>
            <a:ext cx="11149874" cy="1298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KPIs Obtenidos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E7DA6E-55CD-49AA-1ED9-517237F9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9" r="3" b="18598"/>
          <a:stretch>
            <a:fillRect/>
          </a:stretch>
        </p:blipFill>
        <p:spPr>
          <a:xfrm>
            <a:off x="517869" y="2414725"/>
            <a:ext cx="5450641" cy="31546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0A5D0F-70BD-7732-1186-F131AF9E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705" r="3" b="6982"/>
          <a:stretch>
            <a:fillRect/>
          </a:stretch>
        </p:blipFill>
        <p:spPr>
          <a:xfrm>
            <a:off x="6220441" y="2414725"/>
            <a:ext cx="5450641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0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69198-0092-DCB7-3901-BB260739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Exportación de </a:t>
            </a:r>
            <a:r>
              <a:rPr lang="es-MX" dirty="0" err="1"/>
              <a:t>KPIs</a:t>
            </a:r>
            <a:r>
              <a:rPr lang="es-MX" dirty="0"/>
              <a:t> a s3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DDCCB3-9A3B-957B-809F-F4C2B910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56" y="1944719"/>
            <a:ext cx="6935168" cy="40963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6A79FA4-C0FD-EF65-D1D8-776A1B40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274"/>
          <a:stretch>
            <a:fillRect/>
          </a:stretch>
        </p:blipFill>
        <p:spPr>
          <a:xfrm>
            <a:off x="7551170" y="1192139"/>
            <a:ext cx="4283174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13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645E3-87E0-485A-E63A-9D886D30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Consumo de </a:t>
            </a:r>
            <a:r>
              <a:rPr lang="es-MX" dirty="0" err="1"/>
              <a:t>KPIs</a:t>
            </a:r>
            <a:r>
              <a:rPr lang="es-MX" dirty="0"/>
              <a:t> por </a:t>
            </a:r>
            <a:r>
              <a:rPr lang="es-MX" dirty="0" err="1"/>
              <a:t>Streamlite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01628B-09F7-5C02-15E4-61E7D4DFE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301" y="2112454"/>
            <a:ext cx="4786627" cy="37671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92B6CE-5B0B-B758-8156-901EB447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12453"/>
            <a:ext cx="3810000" cy="39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6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2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2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4" name="Rectangle 2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9386D7-6177-24D3-9F4F-AF308C2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Despliegue y visualización en Streamlite</a:t>
            </a:r>
          </a:p>
        </p:txBody>
      </p:sp>
      <p:sp>
        <p:nvSpPr>
          <p:cNvPr id="35" name="Freeform: Shape 2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C61B13-C17C-FC4E-3772-D7AA8060E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176" y="1000768"/>
            <a:ext cx="5760447" cy="50080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9217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91</TotalTime>
  <Words>85</Words>
  <Application>Microsoft Office PowerPoint</Application>
  <PresentationFormat>Panorámica</PresentationFormat>
  <Paragraphs>16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Bierstadt</vt:lpstr>
      <vt:lpstr>GestaltVTI</vt:lpstr>
      <vt:lpstr>Análisis data  NYC &amp; limousine commission   Yellow &amp; Green Taxis </vt:lpstr>
      <vt:lpstr>Diagrama de arquitectura pipeline</vt:lpstr>
      <vt:lpstr>Extracción Data</vt:lpstr>
      <vt:lpstr>Limpieza y transformación de data</vt:lpstr>
      <vt:lpstr>Limpieza y transformación de data</vt:lpstr>
      <vt:lpstr>Limpieza y transformación de data</vt:lpstr>
      <vt:lpstr>Limpieza y transformación de data</vt:lpstr>
      <vt:lpstr>Limpieza y transformación de data</vt:lpstr>
      <vt:lpstr>Limpieza y transformación de data</vt:lpstr>
      <vt:lpstr>Unión dataFrames y guardado</vt:lpstr>
      <vt:lpstr>KPIs Obtenidos</vt:lpstr>
      <vt:lpstr>Exportación de KPIs a s3</vt:lpstr>
      <vt:lpstr>Consumo de KPIs por Streamlite</vt:lpstr>
      <vt:lpstr>Despliegue y visualización en Streamlite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Raul Torres Benitez</dc:creator>
  <cp:lastModifiedBy>Esteban Raul Torres Benitez</cp:lastModifiedBy>
  <cp:revision>4</cp:revision>
  <dcterms:created xsi:type="dcterms:W3CDTF">2026-07-10T15:06:41Z</dcterms:created>
  <dcterms:modified xsi:type="dcterms:W3CDTF">2026-07-11T22:10:51Z</dcterms:modified>
</cp:coreProperties>
</file>